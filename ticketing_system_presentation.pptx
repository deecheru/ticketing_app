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Ticketing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Built with Django (Python)</a:t>
            </a:r>
          </a:p>
          <a:p>
            <a:pPr>
              <a:defRPr sz="1800"/>
            </a:pPr>
            <a:r>
              <a:t>Frontend: HTML, CSS, JavaScript, Bootstrap</a:t>
            </a:r>
          </a:p>
          <a:p>
            <a:pPr>
              <a:defRPr sz="1800"/>
            </a:pPr>
            <a:r>
              <a:t>Database: Relational database</a:t>
            </a:r>
          </a:p>
          <a:p>
            <a:pPr>
              <a:defRPr sz="1800"/>
            </a:pPr>
            <a:r>
              <a:t>Key Components:</a:t>
            </a:r>
          </a:p>
          <a:p>
            <a:pPr>
              <a:defRPr sz="1800"/>
            </a:pPr>
            <a:r>
              <a:t>• Accounts Management</a:t>
            </a:r>
          </a:p>
          <a:p>
            <a:pPr>
              <a:defRPr sz="1800"/>
            </a:pPr>
            <a:r>
              <a:t>• Ticket Management</a:t>
            </a:r>
          </a:p>
          <a:p>
            <a:pPr>
              <a:defRPr sz="1800"/>
            </a:pPr>
            <a:r>
              <a:t>• Service Hierarchy</a:t>
            </a:r>
          </a:p>
          <a:p>
            <a:pPr>
              <a:defRPr sz="1800"/>
            </a:pPr>
            <a:r>
              <a:t>• File Storage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Multi-tenant Architecture</a:t>
            </a:r>
          </a:p>
          <a:p>
            <a:pPr>
              <a:defRPr sz="1800"/>
            </a:pPr>
            <a:r>
              <a:t>Role-based Access Control</a:t>
            </a:r>
          </a:p>
          <a:p>
            <a:pPr>
              <a:defRPr sz="1800"/>
            </a:pPr>
            <a:r>
              <a:t>Comprehensive Ticket Management</a:t>
            </a:r>
          </a:p>
          <a:p>
            <a:pPr>
              <a:defRPr sz="1800"/>
            </a:pPr>
            <a:r>
              <a:t>Service Hierarchy System</a:t>
            </a:r>
          </a:p>
          <a:p>
            <a:pPr>
              <a:defRPr sz="1800"/>
            </a:pPr>
            <a:r>
              <a:t>File Attachment Support</a:t>
            </a:r>
          </a:p>
          <a:p>
            <a:pPr>
              <a:defRPr sz="1800"/>
            </a:pPr>
            <a:r>
              <a:t>Notification System</a:t>
            </a:r>
          </a:p>
          <a:p>
            <a:pPr>
              <a:defRPr sz="1800"/>
            </a:pPr>
            <a:r>
              <a:t>Reporting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Superadmin (System Administrator)</a:t>
            </a:r>
          </a:p>
          <a:p>
            <a:pPr>
              <a:defRPr sz="1800"/>
            </a:pPr>
            <a:r>
              <a:t>• Complete system access</a:t>
            </a:r>
          </a:p>
          <a:p>
            <a:pPr>
              <a:defRPr sz="1800"/>
            </a:pPr>
            <a:r>
              <a:t>• Manage all companies and users</a:t>
            </a:r>
          </a:p>
          <a:p>
            <a:pPr>
              <a:defRPr sz="1800"/>
            </a:pPr>
            <a:r>
              <a:t>Company Agent</a:t>
            </a:r>
          </a:p>
          <a:p>
            <a:pPr>
              <a:defRPr sz="1800"/>
            </a:pPr>
            <a:r>
              <a:t>• Manage tickets from assigned companies</a:t>
            </a:r>
          </a:p>
          <a:p>
            <a:pPr>
              <a:defRPr sz="1800"/>
            </a:pPr>
            <a:r>
              <a:t>Company Staff</a:t>
            </a:r>
          </a:p>
          <a:p>
            <a:pPr>
              <a:defRPr sz="1800"/>
            </a:pPr>
            <a:r>
              <a:t>• Manage company-specific tickets</a:t>
            </a:r>
          </a:p>
          <a:p>
            <a:pPr>
              <a:defRPr sz="1800"/>
            </a:pPr>
            <a:r>
              <a:t>Regular User</a:t>
            </a:r>
          </a:p>
          <a:p>
            <a:pPr>
              <a:defRPr sz="1800"/>
            </a:pPr>
            <a:r>
              <a:t>• Create and view own tickets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Creation</a:t>
            </a:r>
          </a:p>
          <a:p>
            <a:pPr>
              <a:defRPr sz="1800"/>
            </a:pPr>
            <a:r>
              <a:t>• User submits ticket with details</a:t>
            </a:r>
          </a:p>
          <a:p>
            <a:pPr>
              <a:defRPr sz="1800"/>
            </a:pPr>
            <a:r>
              <a:t>Processing</a:t>
            </a:r>
          </a:p>
          <a:p>
            <a:pPr>
              <a:defRPr sz="1800"/>
            </a:pPr>
            <a:r>
              <a:t>• Staff reviews and updates ticket</a:t>
            </a:r>
          </a:p>
          <a:p>
            <a:pPr>
              <a:defRPr sz="1800"/>
            </a:pPr>
            <a:r>
              <a:t>Resolution</a:t>
            </a:r>
          </a:p>
          <a:p>
            <a:pPr>
              <a:defRPr sz="1800"/>
            </a:pPr>
            <a:r>
              <a:t>• Issue is fixed and documented</a:t>
            </a:r>
          </a:p>
          <a:p>
            <a:pPr>
              <a:defRPr sz="1800"/>
            </a:pPr>
            <a:r>
              <a:t>Closure</a:t>
            </a:r>
          </a:p>
          <a:p>
            <a:pPr>
              <a:defRPr sz="1800"/>
            </a:pPr>
            <a:r>
              <a:t>• Ticket is verified and closed</a:t>
            </a:r>
          </a:p>
          <a:p>
            <a:pPr>
              <a:defRPr sz="1800"/>
            </a:pPr>
            <a:r>
              <a:t>• Archived for future 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Three-level Categorization:</a:t>
            </a:r>
          </a:p>
          <a:p>
            <a:pPr>
              <a:defRPr sz="1800"/>
            </a:pPr>
            <a:r>
              <a:t>Service Family</a:t>
            </a:r>
          </a:p>
          <a:p>
            <a:pPr>
              <a:defRPr sz="1800"/>
            </a:pPr>
            <a:r>
              <a:t>• Top-level categorization</a:t>
            </a:r>
          </a:p>
          <a:p>
            <a:pPr>
              <a:defRPr sz="1800"/>
            </a:pPr>
            <a:r>
              <a:t>Service Type</a:t>
            </a:r>
          </a:p>
          <a:p>
            <a:pPr>
              <a:defRPr sz="1800"/>
            </a:pPr>
            <a:r>
              <a:t>• Mid-level categorization</a:t>
            </a:r>
          </a:p>
          <a:p>
            <a:pPr>
              <a:defRPr sz="1800"/>
            </a:pPr>
            <a:r>
              <a:t>Service Category</a:t>
            </a:r>
          </a:p>
          <a:p>
            <a:pPr>
              <a:defRPr sz="1800"/>
            </a:pPr>
            <a:r>
              <a:t>• Detailed categorization</a:t>
            </a:r>
          </a:p>
          <a:p>
            <a:pPr>
              <a:defRPr sz="1800"/>
            </a:pPr>
            <a:r>
              <a:t>Benefits:</a:t>
            </a:r>
          </a:p>
          <a:p>
            <a:pPr>
              <a:defRPr sz="1800"/>
            </a:pPr>
            <a:r>
              <a:t>• Organized ticket routing</a:t>
            </a:r>
          </a:p>
          <a:p>
            <a:pPr>
              <a:defRPr sz="1800"/>
            </a:pPr>
            <a:r>
              <a:t>• Accurate tracking</a:t>
            </a:r>
          </a:p>
          <a:p>
            <a:pPr>
              <a:defRPr sz="1800"/>
            </a:pPr>
            <a:r>
              <a:t>• Detailed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Role-based Access Control</a:t>
            </a:r>
          </a:p>
          <a:p>
            <a:pPr>
              <a:defRPr sz="1800"/>
            </a:pPr>
            <a:r>
              <a:t>Multi-factor Authentication</a:t>
            </a:r>
          </a:p>
          <a:p>
            <a:pPr>
              <a:defRPr sz="1800"/>
            </a:pPr>
            <a:r>
              <a:t>Secure File Storage</a:t>
            </a:r>
          </a:p>
          <a:p>
            <a:pPr>
              <a:defRPr sz="1800"/>
            </a:pPr>
            <a:r>
              <a:t>Company Data Isolation</a:t>
            </a:r>
          </a:p>
          <a:p>
            <a:pPr>
              <a:defRPr sz="1800"/>
            </a:pPr>
            <a:r>
              <a:t>Permission Management</a:t>
            </a:r>
          </a:p>
          <a:p>
            <a:pPr>
              <a:defRPr sz="1800"/>
            </a:pPr>
            <a:r>
              <a:t>Regular Security Audits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Streamlined Ticket Management</a:t>
            </a:r>
          </a:p>
          <a:p>
            <a:pPr>
              <a:defRPr sz="1800"/>
            </a:pPr>
            <a:r>
              <a:t>Improved Response Times</a:t>
            </a:r>
          </a:p>
          <a:p>
            <a:pPr>
              <a:defRPr sz="1800"/>
            </a:pPr>
            <a:r>
              <a:t>Better Organization</a:t>
            </a:r>
          </a:p>
          <a:p>
            <a:pPr>
              <a:defRPr sz="1800"/>
            </a:pPr>
            <a:r>
              <a:t>Enhanced Security</a:t>
            </a:r>
          </a:p>
          <a:p>
            <a:pPr>
              <a:defRPr sz="1800"/>
            </a:pPr>
            <a:r>
              <a:t>Scalable Solution</a:t>
            </a:r>
          </a:p>
          <a:p>
            <a:pPr>
              <a:defRPr sz="1800"/>
            </a:pPr>
            <a:r>
              <a:t>Customizable Service Categories</a:t>
            </a:r>
          </a:p>
          <a:p>
            <a:pPr>
              <a:defRPr sz="1800"/>
            </a:pPr>
            <a:r>
              <a:t>Comprehensive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